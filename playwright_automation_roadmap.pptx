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9C9798-ED29-47F8-A2A7-59368E36293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E0F873-927D-41B1-8134-546684AF7E9D}">
      <dgm:prSet/>
      <dgm:spPr/>
      <dgm:t>
        <a:bodyPr/>
        <a:lstStyle/>
        <a:p>
          <a:r>
            <a:rPr lang="en-US"/>
            <a:t>June 2025</a:t>
          </a:r>
        </a:p>
      </dgm:t>
    </dgm:pt>
    <dgm:pt modelId="{52BC5C73-E7B3-400A-BC00-979A9C86C3C8}" type="parTrans" cxnId="{90821F8B-5CD2-40E2-95CD-02489AAEF049}">
      <dgm:prSet/>
      <dgm:spPr/>
      <dgm:t>
        <a:bodyPr/>
        <a:lstStyle/>
        <a:p>
          <a:endParaRPr lang="en-US"/>
        </a:p>
      </dgm:t>
    </dgm:pt>
    <dgm:pt modelId="{9A61C972-43F3-4D6F-BEBA-C8913271EB7F}" type="sibTrans" cxnId="{90821F8B-5CD2-40E2-95CD-02489AAEF049}">
      <dgm:prSet/>
      <dgm:spPr/>
      <dgm:t>
        <a:bodyPr/>
        <a:lstStyle/>
        <a:p>
          <a:endParaRPr lang="en-US"/>
        </a:p>
      </dgm:t>
    </dgm:pt>
    <dgm:pt modelId="{B78701B5-EC44-49C6-B2F9-30A632BE7C2E}">
      <dgm:prSet/>
      <dgm:spPr/>
      <dgm:t>
        <a:bodyPr/>
        <a:lstStyle/>
        <a:p>
          <a:r>
            <a:rPr lang="en-US" dirty="0"/>
            <a:t>Tech Stack &amp; Automation Tool Selection</a:t>
          </a:r>
        </a:p>
      </dgm:t>
    </dgm:pt>
    <dgm:pt modelId="{A0147EDD-3AF5-4F19-9D9C-797163FF4520}" type="parTrans" cxnId="{77DD4591-1735-4326-B53B-D130CCE5B6EA}">
      <dgm:prSet/>
      <dgm:spPr/>
      <dgm:t>
        <a:bodyPr/>
        <a:lstStyle/>
        <a:p>
          <a:endParaRPr lang="en-US"/>
        </a:p>
      </dgm:t>
    </dgm:pt>
    <dgm:pt modelId="{21BBCE87-F29C-4FA0-B2D7-A3FEA63C2A7F}" type="sibTrans" cxnId="{77DD4591-1735-4326-B53B-D130CCE5B6EA}">
      <dgm:prSet/>
      <dgm:spPr/>
      <dgm:t>
        <a:bodyPr/>
        <a:lstStyle/>
        <a:p>
          <a:endParaRPr lang="en-US"/>
        </a:p>
      </dgm:t>
    </dgm:pt>
    <dgm:pt modelId="{006F3625-5F24-4EA5-B0C5-3CBC532DD78D}">
      <dgm:prSet/>
      <dgm:spPr/>
      <dgm:t>
        <a:bodyPr/>
        <a:lstStyle/>
        <a:p>
          <a:r>
            <a:rPr lang="en-US" dirty="0"/>
            <a:t>July 2025</a:t>
          </a:r>
        </a:p>
      </dgm:t>
    </dgm:pt>
    <dgm:pt modelId="{A66A6F3A-A274-461D-B687-CA3A8203C8C0}" type="parTrans" cxnId="{BB309555-7D17-42D4-BCCB-96653C3846FB}">
      <dgm:prSet/>
      <dgm:spPr/>
      <dgm:t>
        <a:bodyPr/>
        <a:lstStyle/>
        <a:p>
          <a:endParaRPr lang="en-US"/>
        </a:p>
      </dgm:t>
    </dgm:pt>
    <dgm:pt modelId="{5073DB22-B590-4BA9-BA06-74E38D9D9B67}" type="sibTrans" cxnId="{BB309555-7D17-42D4-BCCB-96653C3846FB}">
      <dgm:prSet/>
      <dgm:spPr/>
      <dgm:t>
        <a:bodyPr/>
        <a:lstStyle/>
        <a:p>
          <a:endParaRPr lang="en-US"/>
        </a:p>
      </dgm:t>
    </dgm:pt>
    <dgm:pt modelId="{19BD5BD5-1F10-47C7-BD77-451914A650D0}">
      <dgm:prSet/>
      <dgm:spPr/>
      <dgm:t>
        <a:bodyPr/>
        <a:lstStyle/>
        <a:p>
          <a:r>
            <a:rPr lang="en-US" dirty="0"/>
            <a:t>Environment Setup: Install Node.js, VS Code and initialize project</a:t>
          </a:r>
        </a:p>
      </dgm:t>
    </dgm:pt>
    <dgm:pt modelId="{CD259C3D-DFC9-444C-BC28-C670C1E16E21}" type="parTrans" cxnId="{94F7FA8F-10F9-4D54-98D1-A20CBAC3A164}">
      <dgm:prSet/>
      <dgm:spPr/>
      <dgm:t>
        <a:bodyPr/>
        <a:lstStyle/>
        <a:p>
          <a:endParaRPr lang="en-US"/>
        </a:p>
      </dgm:t>
    </dgm:pt>
    <dgm:pt modelId="{AEF6BBA3-32EB-468B-8044-867EC5A6287E}" type="sibTrans" cxnId="{94F7FA8F-10F9-4D54-98D1-A20CBAC3A164}">
      <dgm:prSet/>
      <dgm:spPr/>
      <dgm:t>
        <a:bodyPr/>
        <a:lstStyle/>
        <a:p>
          <a:endParaRPr lang="en-US"/>
        </a:p>
      </dgm:t>
    </dgm:pt>
    <dgm:pt modelId="{869FC87A-6946-4114-8287-C399E1BC7EEB}">
      <dgm:prSet/>
      <dgm:spPr/>
      <dgm:t>
        <a:bodyPr/>
        <a:lstStyle/>
        <a:p>
          <a:r>
            <a:rPr lang="en-US"/>
            <a:t>Aug.–Sep. 2025</a:t>
          </a:r>
        </a:p>
      </dgm:t>
    </dgm:pt>
    <dgm:pt modelId="{188233D9-F0BC-4360-A93C-442306A9042A}" type="parTrans" cxnId="{D379308D-D61A-4C84-840D-E2E531E26E07}">
      <dgm:prSet/>
      <dgm:spPr/>
      <dgm:t>
        <a:bodyPr/>
        <a:lstStyle/>
        <a:p>
          <a:endParaRPr lang="en-US"/>
        </a:p>
      </dgm:t>
    </dgm:pt>
    <dgm:pt modelId="{76650830-AA35-428D-B09B-652F0E0F9212}" type="sibTrans" cxnId="{D379308D-D61A-4C84-840D-E2E531E26E07}">
      <dgm:prSet/>
      <dgm:spPr/>
      <dgm:t>
        <a:bodyPr/>
        <a:lstStyle/>
        <a:p>
          <a:endParaRPr lang="en-US"/>
        </a:p>
      </dgm:t>
    </dgm:pt>
    <dgm:pt modelId="{22B89150-3D0F-4052-9976-B50F26FC7905}">
      <dgm:prSet/>
      <dgm:spPr/>
      <dgm:t>
        <a:bodyPr/>
        <a:lstStyle/>
        <a:p>
          <a:r>
            <a:rPr lang="en-US" dirty="0"/>
            <a:t>Automate E2E scenarios (Options Buy/Sell)</a:t>
          </a:r>
        </a:p>
      </dgm:t>
    </dgm:pt>
    <dgm:pt modelId="{4EBA6C6D-C7B1-4DCB-ACD8-4AF2F60692F1}" type="parTrans" cxnId="{10D2A7AF-EE1F-4161-A957-02AE823AA3C4}">
      <dgm:prSet/>
      <dgm:spPr/>
      <dgm:t>
        <a:bodyPr/>
        <a:lstStyle/>
        <a:p>
          <a:endParaRPr lang="en-US"/>
        </a:p>
      </dgm:t>
    </dgm:pt>
    <dgm:pt modelId="{685524AF-BF73-4E12-B345-6AD6C51BAB7B}" type="sibTrans" cxnId="{10D2A7AF-EE1F-4161-A957-02AE823AA3C4}">
      <dgm:prSet/>
      <dgm:spPr/>
      <dgm:t>
        <a:bodyPr/>
        <a:lstStyle/>
        <a:p>
          <a:endParaRPr lang="en-US"/>
        </a:p>
      </dgm:t>
    </dgm:pt>
    <dgm:pt modelId="{CB77173A-4514-41C6-A7A9-C37987E47B36}">
      <dgm:prSet/>
      <dgm:spPr/>
      <dgm:t>
        <a:bodyPr/>
        <a:lstStyle/>
        <a:p>
          <a:r>
            <a:rPr lang="en-US" dirty="0"/>
            <a:t>Oct. 2025</a:t>
          </a:r>
        </a:p>
      </dgm:t>
    </dgm:pt>
    <dgm:pt modelId="{7EB97785-5692-4D67-9353-1D2380D6BFD7}" type="parTrans" cxnId="{CCB72CE6-ABB3-4DD6-BD60-2D8175AAAF0B}">
      <dgm:prSet/>
      <dgm:spPr/>
      <dgm:t>
        <a:bodyPr/>
        <a:lstStyle/>
        <a:p>
          <a:endParaRPr lang="en-US"/>
        </a:p>
      </dgm:t>
    </dgm:pt>
    <dgm:pt modelId="{4056A382-D2BB-4CE0-960D-9AFCDD02A5A1}" type="sibTrans" cxnId="{CCB72CE6-ABB3-4DD6-BD60-2D8175AAAF0B}">
      <dgm:prSet/>
      <dgm:spPr/>
      <dgm:t>
        <a:bodyPr/>
        <a:lstStyle/>
        <a:p>
          <a:endParaRPr lang="en-US"/>
        </a:p>
      </dgm:t>
    </dgm:pt>
    <dgm:pt modelId="{BD07AFCC-4016-41EA-86FA-21BF9F53B65F}">
      <dgm:prSet/>
      <dgm:spPr/>
      <dgm:t>
        <a:bodyPr/>
        <a:lstStyle/>
        <a:p>
          <a:r>
            <a:rPr lang="en-US" dirty="0"/>
            <a:t>CI/CD Integration with HyperExecute</a:t>
          </a:r>
        </a:p>
      </dgm:t>
    </dgm:pt>
    <dgm:pt modelId="{890DC299-FB08-49DB-8824-56211099A7FC}" type="parTrans" cxnId="{BEFA0DB2-E392-4661-A384-49C3A647D651}">
      <dgm:prSet/>
      <dgm:spPr/>
      <dgm:t>
        <a:bodyPr/>
        <a:lstStyle/>
        <a:p>
          <a:endParaRPr lang="en-US"/>
        </a:p>
      </dgm:t>
    </dgm:pt>
    <dgm:pt modelId="{7F5F8C18-E6D0-40B5-BE4B-E1AC8B3CA633}" type="sibTrans" cxnId="{BEFA0DB2-E392-4661-A384-49C3A647D651}">
      <dgm:prSet/>
      <dgm:spPr/>
      <dgm:t>
        <a:bodyPr/>
        <a:lstStyle/>
        <a:p>
          <a:endParaRPr lang="en-US"/>
        </a:p>
      </dgm:t>
    </dgm:pt>
    <dgm:pt modelId="{6F7296FA-21FB-49E8-BE2C-ADF6E5C52928}">
      <dgm:prSet/>
      <dgm:spPr/>
      <dgm:t>
        <a:bodyPr/>
        <a:lstStyle/>
        <a:p>
          <a:r>
            <a:rPr lang="en-US" dirty="0"/>
            <a:t>Jan 2026</a:t>
          </a:r>
        </a:p>
      </dgm:t>
    </dgm:pt>
    <dgm:pt modelId="{8355F82C-2630-4761-82E5-6416BCBB44DF}" type="parTrans" cxnId="{72FCE8C1-360D-4452-80E1-74C84B765714}">
      <dgm:prSet/>
      <dgm:spPr/>
      <dgm:t>
        <a:bodyPr/>
        <a:lstStyle/>
        <a:p>
          <a:endParaRPr lang="en-US"/>
        </a:p>
      </dgm:t>
    </dgm:pt>
    <dgm:pt modelId="{C89112CC-CB10-4482-BD2B-ADC7AC7B9DC3}" type="sibTrans" cxnId="{72FCE8C1-360D-4452-80E1-74C84B765714}">
      <dgm:prSet/>
      <dgm:spPr/>
      <dgm:t>
        <a:bodyPr/>
        <a:lstStyle/>
        <a:p>
          <a:endParaRPr lang="en-US"/>
        </a:p>
      </dgm:t>
    </dgm:pt>
    <dgm:pt modelId="{C70641BF-97F9-4910-B3D0-716B342F871C}">
      <dgm:prSet/>
      <dgm:spPr/>
      <dgm:t>
        <a:bodyPr/>
        <a:lstStyle/>
        <a:p>
          <a:r>
            <a:rPr lang="en-US"/>
            <a:t>Automate and Add test cases to Regression/Smoke suite</a:t>
          </a:r>
        </a:p>
      </dgm:t>
    </dgm:pt>
    <dgm:pt modelId="{611F4C7A-3F65-4BC3-AF2C-64373D9B0096}" type="parTrans" cxnId="{6B7EED12-7CEA-4888-9239-877FC5F95633}">
      <dgm:prSet/>
      <dgm:spPr/>
      <dgm:t>
        <a:bodyPr/>
        <a:lstStyle/>
        <a:p>
          <a:endParaRPr lang="en-US"/>
        </a:p>
      </dgm:t>
    </dgm:pt>
    <dgm:pt modelId="{D5A9EB48-35D8-4BED-B3A0-9DC237F8B520}" type="sibTrans" cxnId="{6B7EED12-7CEA-4888-9239-877FC5F95633}">
      <dgm:prSet/>
      <dgm:spPr/>
      <dgm:t>
        <a:bodyPr/>
        <a:lstStyle/>
        <a:p>
          <a:endParaRPr lang="en-US"/>
        </a:p>
      </dgm:t>
    </dgm:pt>
    <dgm:pt modelId="{B5458622-5E47-4EE3-8D33-7023E111AFE5}">
      <dgm:prSet/>
      <dgm:spPr/>
      <dgm:t>
        <a:bodyPr/>
        <a:lstStyle/>
        <a:p>
          <a:r>
            <a:rPr lang="en-US" dirty="0"/>
            <a:t>Nov–Dec. 2025</a:t>
          </a:r>
        </a:p>
      </dgm:t>
    </dgm:pt>
    <dgm:pt modelId="{B019421C-5A46-4652-9C15-3F6667741530}" type="parTrans" cxnId="{726F453F-12E0-429D-B96C-CDF4783AA564}">
      <dgm:prSet/>
      <dgm:spPr/>
      <dgm:t>
        <a:bodyPr/>
        <a:lstStyle/>
        <a:p>
          <a:endParaRPr lang="en-IN"/>
        </a:p>
      </dgm:t>
    </dgm:pt>
    <dgm:pt modelId="{A2F624C2-359C-47C5-85A0-AA17F1DD3EA7}" type="sibTrans" cxnId="{726F453F-12E0-429D-B96C-CDF4783AA564}">
      <dgm:prSet/>
      <dgm:spPr/>
      <dgm:t>
        <a:bodyPr/>
        <a:lstStyle/>
        <a:p>
          <a:endParaRPr lang="en-IN"/>
        </a:p>
      </dgm:t>
    </dgm:pt>
    <dgm:pt modelId="{05254ED4-EA3C-4F29-BEC2-7BC51ECE0F07}">
      <dgm:prSet/>
      <dgm:spPr/>
      <dgm:t>
        <a:bodyPr/>
        <a:lstStyle/>
        <a:p>
          <a:r>
            <a:rPr lang="en-US"/>
            <a:t>Automate Buy to Sell/ Sell to Buy Scenarios</a:t>
          </a:r>
          <a:endParaRPr lang="en-US" dirty="0"/>
        </a:p>
      </dgm:t>
    </dgm:pt>
    <dgm:pt modelId="{B480EA9E-9A54-4BC4-AD78-82A93C626768}" type="parTrans" cxnId="{F43868E4-A35A-471F-9795-44C3A4AE9A95}">
      <dgm:prSet/>
      <dgm:spPr/>
      <dgm:t>
        <a:bodyPr/>
        <a:lstStyle/>
        <a:p>
          <a:endParaRPr lang="en-IN"/>
        </a:p>
      </dgm:t>
    </dgm:pt>
    <dgm:pt modelId="{B82A81AC-B9A3-4F3B-AA82-BCB6BEFF4B45}" type="sibTrans" cxnId="{F43868E4-A35A-471F-9795-44C3A4AE9A95}">
      <dgm:prSet/>
      <dgm:spPr/>
      <dgm:t>
        <a:bodyPr/>
        <a:lstStyle/>
        <a:p>
          <a:endParaRPr lang="en-IN"/>
        </a:p>
      </dgm:t>
    </dgm:pt>
    <dgm:pt modelId="{C6FB9B11-4590-4C10-92DF-54CFA7CEFE62}">
      <dgm:prSet/>
      <dgm:spPr/>
      <dgm:t>
        <a:bodyPr/>
        <a:lstStyle/>
        <a:p>
          <a:r>
            <a:rPr lang="en-US" dirty="0"/>
            <a:t>Feb 2026</a:t>
          </a:r>
        </a:p>
      </dgm:t>
    </dgm:pt>
    <dgm:pt modelId="{0ED1C861-2CF5-4651-8D55-DF33506AD492}" type="parTrans" cxnId="{08953691-7140-4184-9181-982F36A589F9}">
      <dgm:prSet/>
      <dgm:spPr/>
      <dgm:t>
        <a:bodyPr/>
        <a:lstStyle/>
        <a:p>
          <a:endParaRPr lang="en-IN"/>
        </a:p>
      </dgm:t>
    </dgm:pt>
    <dgm:pt modelId="{B6A11DE1-4600-4D0C-9645-E6D8E708A485}" type="sibTrans" cxnId="{08953691-7140-4184-9181-982F36A589F9}">
      <dgm:prSet/>
      <dgm:spPr/>
      <dgm:t>
        <a:bodyPr/>
        <a:lstStyle/>
        <a:p>
          <a:endParaRPr lang="en-IN"/>
        </a:p>
      </dgm:t>
    </dgm:pt>
    <dgm:pt modelId="{35378036-C045-4DF9-8615-2D171CF260FC}">
      <dgm:prSet/>
      <dgm:spPr/>
      <dgm:t>
        <a:bodyPr/>
        <a:lstStyle/>
        <a:p>
          <a:r>
            <a:rPr lang="en-US" dirty="0"/>
            <a:t>March 2026</a:t>
          </a:r>
        </a:p>
      </dgm:t>
    </dgm:pt>
    <dgm:pt modelId="{9764F283-2BAF-4630-A956-F36DF4CFE23E}" type="parTrans" cxnId="{E748E08F-952C-4D09-9DEE-CABB56DD9083}">
      <dgm:prSet/>
      <dgm:spPr/>
      <dgm:t>
        <a:bodyPr/>
        <a:lstStyle/>
        <a:p>
          <a:endParaRPr lang="en-IN"/>
        </a:p>
      </dgm:t>
    </dgm:pt>
    <dgm:pt modelId="{A13C7BF4-0689-4971-A966-4DB04E0B9453}" type="sibTrans" cxnId="{E748E08F-952C-4D09-9DEE-CABB56DD9083}">
      <dgm:prSet/>
      <dgm:spPr/>
      <dgm:t>
        <a:bodyPr/>
        <a:lstStyle/>
        <a:p>
          <a:endParaRPr lang="en-IN"/>
        </a:p>
      </dgm:t>
    </dgm:pt>
    <dgm:pt modelId="{8A2960E7-3FE3-4EFE-99FA-918A1532E845}">
      <dgm:prSet/>
      <dgm:spPr/>
      <dgm:t>
        <a:bodyPr/>
        <a:lstStyle/>
        <a:p>
          <a:r>
            <a:rPr lang="en-US"/>
            <a:t>April 2026</a:t>
          </a:r>
          <a:endParaRPr lang="en-US" dirty="0"/>
        </a:p>
      </dgm:t>
    </dgm:pt>
    <dgm:pt modelId="{6FBE6F47-BCCD-4D6B-BE4A-2A58AB007B8C}" type="parTrans" cxnId="{6481C3F2-E272-4678-8437-FE39DD878B5A}">
      <dgm:prSet/>
      <dgm:spPr/>
      <dgm:t>
        <a:bodyPr/>
        <a:lstStyle/>
        <a:p>
          <a:endParaRPr lang="en-IN"/>
        </a:p>
      </dgm:t>
    </dgm:pt>
    <dgm:pt modelId="{C488ECE1-A989-4256-ADCF-F06BAF3E0009}" type="sibTrans" cxnId="{6481C3F2-E272-4678-8437-FE39DD878B5A}">
      <dgm:prSet/>
      <dgm:spPr/>
      <dgm:t>
        <a:bodyPr/>
        <a:lstStyle/>
        <a:p>
          <a:endParaRPr lang="en-IN"/>
        </a:p>
      </dgm:t>
    </dgm:pt>
    <dgm:pt modelId="{C2948473-8B51-4B8A-9639-0E1975E1D0F0}">
      <dgm:prSet/>
      <dgm:spPr/>
      <dgm:t>
        <a:bodyPr/>
        <a:lstStyle/>
        <a:p>
          <a:r>
            <a:rPr lang="en-US"/>
            <a:t>May 2026</a:t>
          </a:r>
          <a:endParaRPr lang="en-US" dirty="0"/>
        </a:p>
      </dgm:t>
    </dgm:pt>
    <dgm:pt modelId="{C570D4C7-3976-4BB7-8D9B-CDF58D60CF11}" type="parTrans" cxnId="{60698EA0-4C7C-43EB-83CA-4F1DC806135E}">
      <dgm:prSet/>
      <dgm:spPr/>
      <dgm:t>
        <a:bodyPr/>
        <a:lstStyle/>
        <a:p>
          <a:endParaRPr lang="en-IN"/>
        </a:p>
      </dgm:t>
    </dgm:pt>
    <dgm:pt modelId="{D243D0C2-5F0E-4E8B-AB70-C14BBF6D6B2F}" type="sibTrans" cxnId="{60698EA0-4C7C-43EB-83CA-4F1DC806135E}">
      <dgm:prSet/>
      <dgm:spPr/>
      <dgm:t>
        <a:bodyPr/>
        <a:lstStyle/>
        <a:p>
          <a:endParaRPr lang="en-IN"/>
        </a:p>
      </dgm:t>
    </dgm:pt>
    <dgm:pt modelId="{8D1790B9-3A48-4E40-B3A8-B522A8E7EE58}">
      <dgm:prSet/>
      <dgm:spPr/>
      <dgm:t>
        <a:bodyPr/>
        <a:lstStyle/>
        <a:p>
          <a:r>
            <a:rPr lang="en-US"/>
            <a:t>June 2026</a:t>
          </a:r>
          <a:endParaRPr lang="en-US" dirty="0"/>
        </a:p>
      </dgm:t>
    </dgm:pt>
    <dgm:pt modelId="{D614CA81-8103-4C3B-810A-968E4DFCB934}" type="parTrans" cxnId="{7C193C33-092C-43FC-BE59-3716AF3E9D4B}">
      <dgm:prSet/>
      <dgm:spPr/>
      <dgm:t>
        <a:bodyPr/>
        <a:lstStyle/>
        <a:p>
          <a:endParaRPr lang="en-IN"/>
        </a:p>
      </dgm:t>
    </dgm:pt>
    <dgm:pt modelId="{CAE62C18-0F63-4F8D-824E-8FA2AEB03589}" type="sibTrans" cxnId="{7C193C33-092C-43FC-BE59-3716AF3E9D4B}">
      <dgm:prSet/>
      <dgm:spPr/>
      <dgm:t>
        <a:bodyPr/>
        <a:lstStyle/>
        <a:p>
          <a:endParaRPr lang="en-IN"/>
        </a:p>
      </dgm:t>
    </dgm:pt>
    <dgm:pt modelId="{1485E6CA-19C3-4ABE-B41C-8ADD731463FF}">
      <dgm:prSet/>
      <dgm:spPr/>
      <dgm:t>
        <a:bodyPr/>
        <a:lstStyle/>
        <a:p>
          <a:r>
            <a:rPr lang="en-US"/>
            <a:t>July 2026</a:t>
          </a:r>
          <a:endParaRPr lang="en-US" dirty="0"/>
        </a:p>
      </dgm:t>
    </dgm:pt>
    <dgm:pt modelId="{A4AC374D-74B0-4A39-9D7B-3C8FB530E297}" type="parTrans" cxnId="{B554AB06-205A-4B78-928A-56AE05039868}">
      <dgm:prSet/>
      <dgm:spPr/>
      <dgm:t>
        <a:bodyPr/>
        <a:lstStyle/>
        <a:p>
          <a:endParaRPr lang="en-IN"/>
        </a:p>
      </dgm:t>
    </dgm:pt>
    <dgm:pt modelId="{F180CDD1-EECD-4114-BF34-8C3AEE637414}" type="sibTrans" cxnId="{B554AB06-205A-4B78-928A-56AE05039868}">
      <dgm:prSet/>
      <dgm:spPr/>
      <dgm:t>
        <a:bodyPr/>
        <a:lstStyle/>
        <a:p>
          <a:endParaRPr lang="en-IN"/>
        </a:p>
      </dgm:t>
    </dgm:pt>
    <dgm:pt modelId="{A1FFD759-8FC1-4B26-A9A9-56304D009708}">
      <dgm:prSet/>
      <dgm:spPr/>
      <dgm:t>
        <a:bodyPr/>
        <a:lstStyle/>
        <a:p>
          <a:r>
            <a:rPr lang="en-US"/>
            <a:t>Framework Structure: Create pages and Methods(POM).</a:t>
          </a:r>
          <a:endParaRPr lang="en-US" dirty="0"/>
        </a:p>
      </dgm:t>
    </dgm:pt>
    <dgm:pt modelId="{F27BC48D-3EAA-4908-845C-A397C82A8424}" type="parTrans" cxnId="{7987B4A4-4D3E-4429-8551-422C21C8B3F8}">
      <dgm:prSet/>
      <dgm:spPr/>
      <dgm:t>
        <a:bodyPr/>
        <a:lstStyle/>
        <a:p>
          <a:endParaRPr lang="en-IN"/>
        </a:p>
      </dgm:t>
    </dgm:pt>
    <dgm:pt modelId="{68688C67-0683-44FF-BEB5-90BC4C2DF948}" type="sibTrans" cxnId="{7987B4A4-4D3E-4429-8551-422C21C8B3F8}">
      <dgm:prSet/>
      <dgm:spPr/>
      <dgm:t>
        <a:bodyPr/>
        <a:lstStyle/>
        <a:p>
          <a:endParaRPr lang="en-IN"/>
        </a:p>
      </dgm:t>
    </dgm:pt>
    <dgm:pt modelId="{23FEAD15-0F63-4B21-9F8B-FDA36935B5CD}">
      <dgm:prSet/>
      <dgm:spPr/>
      <dgm:t>
        <a:bodyPr/>
        <a:lstStyle/>
        <a:p>
          <a:r>
            <a:rPr lang="en-US" dirty="0"/>
            <a:t>Configuration: Setup playwright to support multiple browsers(Chrome, Firefox, Edge).</a:t>
          </a:r>
        </a:p>
      </dgm:t>
    </dgm:pt>
    <dgm:pt modelId="{AD66A109-54D6-4948-A43B-8076D7B0DF98}" type="parTrans" cxnId="{5FFEE216-58B2-4B6E-B233-F235CDDBAF36}">
      <dgm:prSet/>
      <dgm:spPr/>
      <dgm:t>
        <a:bodyPr/>
        <a:lstStyle/>
        <a:p>
          <a:endParaRPr lang="en-IN"/>
        </a:p>
      </dgm:t>
    </dgm:pt>
    <dgm:pt modelId="{D5B1FF7C-E5B3-4271-ACA8-9485CD8E7A79}" type="sibTrans" cxnId="{5FFEE216-58B2-4B6E-B233-F235CDDBAF36}">
      <dgm:prSet/>
      <dgm:spPr/>
      <dgm:t>
        <a:bodyPr/>
        <a:lstStyle/>
        <a:p>
          <a:endParaRPr lang="en-IN"/>
        </a:p>
      </dgm:t>
    </dgm:pt>
    <dgm:pt modelId="{13076302-8CD2-40FA-BF06-77A018960DDC}" type="pres">
      <dgm:prSet presAssocID="{BB9C9798-ED29-47F8-A2A7-59368E362936}" presName="diagram" presStyleCnt="0">
        <dgm:presLayoutVars>
          <dgm:dir/>
          <dgm:resizeHandles val="exact"/>
        </dgm:presLayoutVars>
      </dgm:prSet>
      <dgm:spPr/>
    </dgm:pt>
    <dgm:pt modelId="{5AA6B1FD-26B6-47CD-87FD-4B7152548BA3}" type="pres">
      <dgm:prSet presAssocID="{BDE0F873-927D-41B1-8134-546684AF7E9D}" presName="node" presStyleLbl="node1" presStyleIdx="0" presStyleCnt="12">
        <dgm:presLayoutVars>
          <dgm:bulletEnabled val="1"/>
        </dgm:presLayoutVars>
      </dgm:prSet>
      <dgm:spPr/>
    </dgm:pt>
    <dgm:pt modelId="{0661312B-7F42-4A9A-9262-1B000421987A}" type="pres">
      <dgm:prSet presAssocID="{9A61C972-43F3-4D6F-BEBA-C8913271EB7F}" presName="sibTrans" presStyleCnt="0"/>
      <dgm:spPr/>
    </dgm:pt>
    <dgm:pt modelId="{6CD29BB8-3B0E-4719-9465-9D20EB33DA10}" type="pres">
      <dgm:prSet presAssocID="{006F3625-5F24-4EA5-B0C5-3CBC532DD78D}" presName="node" presStyleLbl="node1" presStyleIdx="1" presStyleCnt="12">
        <dgm:presLayoutVars>
          <dgm:bulletEnabled val="1"/>
        </dgm:presLayoutVars>
      </dgm:prSet>
      <dgm:spPr/>
    </dgm:pt>
    <dgm:pt modelId="{626D4B34-008F-470C-8968-8B08BCF71FF8}" type="pres">
      <dgm:prSet presAssocID="{5073DB22-B590-4BA9-BA06-74E38D9D9B67}" presName="sibTrans" presStyleCnt="0"/>
      <dgm:spPr/>
    </dgm:pt>
    <dgm:pt modelId="{FF84073E-6BFC-4D0A-A7AB-6233D304D1D9}" type="pres">
      <dgm:prSet presAssocID="{869FC87A-6946-4114-8287-C399E1BC7EEB}" presName="node" presStyleLbl="node1" presStyleIdx="2" presStyleCnt="12">
        <dgm:presLayoutVars>
          <dgm:bulletEnabled val="1"/>
        </dgm:presLayoutVars>
      </dgm:prSet>
      <dgm:spPr/>
    </dgm:pt>
    <dgm:pt modelId="{290CAAF3-B019-48B5-9AA4-E6EFAF7D4322}" type="pres">
      <dgm:prSet presAssocID="{76650830-AA35-428D-B09B-652F0E0F9212}" presName="sibTrans" presStyleCnt="0"/>
      <dgm:spPr/>
    </dgm:pt>
    <dgm:pt modelId="{E5386D98-FF6D-4993-86F6-ACF33062B1DC}" type="pres">
      <dgm:prSet presAssocID="{CB77173A-4514-41C6-A7A9-C37987E47B36}" presName="node" presStyleLbl="node1" presStyleIdx="3" presStyleCnt="12">
        <dgm:presLayoutVars>
          <dgm:bulletEnabled val="1"/>
        </dgm:presLayoutVars>
      </dgm:prSet>
      <dgm:spPr/>
    </dgm:pt>
    <dgm:pt modelId="{29F4C6E9-755B-4DE9-BA53-4B8BFBE1A06E}" type="pres">
      <dgm:prSet presAssocID="{4056A382-D2BB-4CE0-960D-9AFCDD02A5A1}" presName="sibTrans" presStyleCnt="0"/>
      <dgm:spPr/>
    </dgm:pt>
    <dgm:pt modelId="{FA50124A-BD1E-477A-B06E-D13096AA885E}" type="pres">
      <dgm:prSet presAssocID="{B5458622-5E47-4EE3-8D33-7023E111AFE5}" presName="node" presStyleLbl="node1" presStyleIdx="4" presStyleCnt="12">
        <dgm:presLayoutVars>
          <dgm:bulletEnabled val="1"/>
        </dgm:presLayoutVars>
      </dgm:prSet>
      <dgm:spPr/>
    </dgm:pt>
    <dgm:pt modelId="{BAEA69EE-F3BD-43C2-BE75-C0DE5059F2CD}" type="pres">
      <dgm:prSet presAssocID="{A2F624C2-359C-47C5-85A0-AA17F1DD3EA7}" presName="sibTrans" presStyleCnt="0"/>
      <dgm:spPr/>
    </dgm:pt>
    <dgm:pt modelId="{47750C5F-B0BE-46E7-B328-5EBC065513C0}" type="pres">
      <dgm:prSet presAssocID="{6F7296FA-21FB-49E8-BE2C-ADF6E5C52928}" presName="node" presStyleLbl="node1" presStyleIdx="5" presStyleCnt="12">
        <dgm:presLayoutVars>
          <dgm:bulletEnabled val="1"/>
        </dgm:presLayoutVars>
      </dgm:prSet>
      <dgm:spPr/>
    </dgm:pt>
    <dgm:pt modelId="{531DE363-9456-4004-B940-0D9097EACE34}" type="pres">
      <dgm:prSet presAssocID="{C89112CC-CB10-4482-BD2B-ADC7AC7B9DC3}" presName="sibTrans" presStyleCnt="0"/>
      <dgm:spPr/>
    </dgm:pt>
    <dgm:pt modelId="{B1DC42D0-608F-44E7-AB0F-0909768A9FF9}" type="pres">
      <dgm:prSet presAssocID="{C6FB9B11-4590-4C10-92DF-54CFA7CEFE62}" presName="node" presStyleLbl="node1" presStyleIdx="6" presStyleCnt="12">
        <dgm:presLayoutVars>
          <dgm:bulletEnabled val="1"/>
        </dgm:presLayoutVars>
      </dgm:prSet>
      <dgm:spPr/>
    </dgm:pt>
    <dgm:pt modelId="{9B99F424-7746-41C0-8157-66B1CC6F2247}" type="pres">
      <dgm:prSet presAssocID="{B6A11DE1-4600-4D0C-9645-E6D8E708A485}" presName="sibTrans" presStyleCnt="0"/>
      <dgm:spPr/>
    </dgm:pt>
    <dgm:pt modelId="{9806B18F-5C9B-4B8F-B066-06310183477D}" type="pres">
      <dgm:prSet presAssocID="{35378036-C045-4DF9-8615-2D171CF260FC}" presName="node" presStyleLbl="node1" presStyleIdx="7" presStyleCnt="12">
        <dgm:presLayoutVars>
          <dgm:bulletEnabled val="1"/>
        </dgm:presLayoutVars>
      </dgm:prSet>
      <dgm:spPr/>
    </dgm:pt>
    <dgm:pt modelId="{F6DCF4F0-15A4-4655-B4E0-35F8D83D7245}" type="pres">
      <dgm:prSet presAssocID="{A13C7BF4-0689-4971-A966-4DB04E0B9453}" presName="sibTrans" presStyleCnt="0"/>
      <dgm:spPr/>
    </dgm:pt>
    <dgm:pt modelId="{9B93FB46-5533-4DDF-97D4-50C988B7DE29}" type="pres">
      <dgm:prSet presAssocID="{8A2960E7-3FE3-4EFE-99FA-918A1532E845}" presName="node" presStyleLbl="node1" presStyleIdx="8" presStyleCnt="12">
        <dgm:presLayoutVars>
          <dgm:bulletEnabled val="1"/>
        </dgm:presLayoutVars>
      </dgm:prSet>
      <dgm:spPr/>
    </dgm:pt>
    <dgm:pt modelId="{26E152C8-6F2D-4845-A850-C8CC50F8AC6D}" type="pres">
      <dgm:prSet presAssocID="{C488ECE1-A989-4256-ADCF-F06BAF3E0009}" presName="sibTrans" presStyleCnt="0"/>
      <dgm:spPr/>
    </dgm:pt>
    <dgm:pt modelId="{7A7E12CD-0160-46A6-87D9-85931BBC380C}" type="pres">
      <dgm:prSet presAssocID="{C2948473-8B51-4B8A-9639-0E1975E1D0F0}" presName="node" presStyleLbl="node1" presStyleIdx="9" presStyleCnt="12">
        <dgm:presLayoutVars>
          <dgm:bulletEnabled val="1"/>
        </dgm:presLayoutVars>
      </dgm:prSet>
      <dgm:spPr/>
    </dgm:pt>
    <dgm:pt modelId="{971A4943-6288-46AA-8A80-9700D795A35C}" type="pres">
      <dgm:prSet presAssocID="{D243D0C2-5F0E-4E8B-AB70-C14BBF6D6B2F}" presName="sibTrans" presStyleCnt="0"/>
      <dgm:spPr/>
    </dgm:pt>
    <dgm:pt modelId="{B399B8B4-5780-468E-A63E-FB9B470B4D8D}" type="pres">
      <dgm:prSet presAssocID="{8D1790B9-3A48-4E40-B3A8-B522A8E7EE58}" presName="node" presStyleLbl="node1" presStyleIdx="10" presStyleCnt="12">
        <dgm:presLayoutVars>
          <dgm:bulletEnabled val="1"/>
        </dgm:presLayoutVars>
      </dgm:prSet>
      <dgm:spPr/>
    </dgm:pt>
    <dgm:pt modelId="{BE8DF1D3-CAD7-40A1-9B42-BC8284DB6C18}" type="pres">
      <dgm:prSet presAssocID="{CAE62C18-0F63-4F8D-824E-8FA2AEB03589}" presName="sibTrans" presStyleCnt="0"/>
      <dgm:spPr/>
    </dgm:pt>
    <dgm:pt modelId="{F94DD8F5-82DB-4409-8D88-2852BAE30E11}" type="pres">
      <dgm:prSet presAssocID="{1485E6CA-19C3-4ABE-B41C-8ADD731463FF}" presName="node" presStyleLbl="node1" presStyleIdx="11" presStyleCnt="12">
        <dgm:presLayoutVars>
          <dgm:bulletEnabled val="1"/>
        </dgm:presLayoutVars>
      </dgm:prSet>
      <dgm:spPr/>
    </dgm:pt>
  </dgm:ptLst>
  <dgm:cxnLst>
    <dgm:cxn modelId="{8F13B503-814C-46BC-AEAD-DDE8DD40BB12}" type="presOf" srcId="{A1FFD759-8FC1-4B26-A9A9-56304D009708}" destId="{6CD29BB8-3B0E-4719-9465-9D20EB33DA10}" srcOrd="0" destOrd="2" presId="urn:microsoft.com/office/officeart/2005/8/layout/default"/>
    <dgm:cxn modelId="{B554AB06-205A-4B78-928A-56AE05039868}" srcId="{BB9C9798-ED29-47F8-A2A7-59368E362936}" destId="{1485E6CA-19C3-4ABE-B41C-8ADD731463FF}" srcOrd="11" destOrd="0" parTransId="{A4AC374D-74B0-4A39-9D7B-3C8FB530E297}" sibTransId="{F180CDD1-EECD-4114-BF34-8C3AEE637414}"/>
    <dgm:cxn modelId="{A38B2F0A-59D8-44AB-B232-0308D44E7768}" type="presOf" srcId="{B5458622-5E47-4EE3-8D33-7023E111AFE5}" destId="{FA50124A-BD1E-477A-B06E-D13096AA885E}" srcOrd="0" destOrd="0" presId="urn:microsoft.com/office/officeart/2005/8/layout/default"/>
    <dgm:cxn modelId="{A2007F0C-B119-4179-9D6E-C65E286CCE5E}" type="presOf" srcId="{22B89150-3D0F-4052-9976-B50F26FC7905}" destId="{FF84073E-6BFC-4D0A-A7AB-6233D304D1D9}" srcOrd="0" destOrd="1" presId="urn:microsoft.com/office/officeart/2005/8/layout/default"/>
    <dgm:cxn modelId="{6B7EED12-7CEA-4888-9239-877FC5F95633}" srcId="{1485E6CA-19C3-4ABE-B41C-8ADD731463FF}" destId="{C70641BF-97F9-4910-B3D0-716B342F871C}" srcOrd="0" destOrd="0" parTransId="{611F4C7A-3F65-4BC3-AF2C-64373D9B0096}" sibTransId="{D5A9EB48-35D8-4BED-B3A0-9DC237F8B520}"/>
    <dgm:cxn modelId="{5FFEE216-58B2-4B6E-B233-F235CDDBAF36}" srcId="{006F3625-5F24-4EA5-B0C5-3CBC532DD78D}" destId="{23FEAD15-0F63-4B21-9F8B-FDA36935B5CD}" srcOrd="2" destOrd="0" parTransId="{AD66A109-54D6-4948-A43B-8076D7B0DF98}" sibTransId="{D5B1FF7C-E5B3-4271-ACA8-9485CD8E7A79}"/>
    <dgm:cxn modelId="{7C193C33-092C-43FC-BE59-3716AF3E9D4B}" srcId="{BB9C9798-ED29-47F8-A2A7-59368E362936}" destId="{8D1790B9-3A48-4E40-B3A8-B522A8E7EE58}" srcOrd="10" destOrd="0" parTransId="{D614CA81-8103-4C3B-810A-968E4DFCB934}" sibTransId="{CAE62C18-0F63-4F8D-824E-8FA2AEB03589}"/>
    <dgm:cxn modelId="{B687CC35-B7F4-43D1-97F2-69937330885E}" type="presOf" srcId="{19BD5BD5-1F10-47C7-BD77-451914A650D0}" destId="{6CD29BB8-3B0E-4719-9465-9D20EB33DA10}" srcOrd="0" destOrd="1" presId="urn:microsoft.com/office/officeart/2005/8/layout/default"/>
    <dgm:cxn modelId="{D363143A-51D7-40F6-A22C-AB0AC99943D8}" type="presOf" srcId="{1485E6CA-19C3-4ABE-B41C-8ADD731463FF}" destId="{F94DD8F5-82DB-4409-8D88-2852BAE30E11}" srcOrd="0" destOrd="0" presId="urn:microsoft.com/office/officeart/2005/8/layout/default"/>
    <dgm:cxn modelId="{189E6D3C-C022-4678-9363-718E21BAC07B}" type="presOf" srcId="{869FC87A-6946-4114-8287-C399E1BC7EEB}" destId="{FF84073E-6BFC-4D0A-A7AB-6233D304D1D9}" srcOrd="0" destOrd="0" presId="urn:microsoft.com/office/officeart/2005/8/layout/default"/>
    <dgm:cxn modelId="{DA9FF33C-E8DC-4F00-B4B6-24D9B4EDAB20}" type="presOf" srcId="{6F7296FA-21FB-49E8-BE2C-ADF6E5C52928}" destId="{47750C5F-B0BE-46E7-B328-5EBC065513C0}" srcOrd="0" destOrd="0" presId="urn:microsoft.com/office/officeart/2005/8/layout/default"/>
    <dgm:cxn modelId="{726F453F-12E0-429D-B96C-CDF4783AA564}" srcId="{BB9C9798-ED29-47F8-A2A7-59368E362936}" destId="{B5458622-5E47-4EE3-8D33-7023E111AFE5}" srcOrd="4" destOrd="0" parTransId="{B019421C-5A46-4652-9C15-3F6667741530}" sibTransId="{A2F624C2-359C-47C5-85A0-AA17F1DD3EA7}"/>
    <dgm:cxn modelId="{226A9740-9512-497D-B13C-17088F6A5747}" type="presOf" srcId="{BDE0F873-927D-41B1-8134-546684AF7E9D}" destId="{5AA6B1FD-26B6-47CD-87FD-4B7152548BA3}" srcOrd="0" destOrd="0" presId="urn:microsoft.com/office/officeart/2005/8/layout/default"/>
    <dgm:cxn modelId="{56AE205D-B96A-4F34-834D-F87348AB37B4}" type="presOf" srcId="{B78701B5-EC44-49C6-B2F9-30A632BE7C2E}" destId="{5AA6B1FD-26B6-47CD-87FD-4B7152548BA3}" srcOrd="0" destOrd="1" presId="urn:microsoft.com/office/officeart/2005/8/layout/default"/>
    <dgm:cxn modelId="{C26D6349-B281-4742-940A-7BEE6189B5E5}" type="presOf" srcId="{35378036-C045-4DF9-8615-2D171CF260FC}" destId="{9806B18F-5C9B-4B8F-B066-06310183477D}" srcOrd="0" destOrd="0" presId="urn:microsoft.com/office/officeart/2005/8/layout/default"/>
    <dgm:cxn modelId="{D6AC026F-2E34-41BD-8D2B-C8830057D611}" type="presOf" srcId="{BB9C9798-ED29-47F8-A2A7-59368E362936}" destId="{13076302-8CD2-40FA-BF06-77A018960DDC}" srcOrd="0" destOrd="0" presId="urn:microsoft.com/office/officeart/2005/8/layout/default"/>
    <dgm:cxn modelId="{C6DC5F51-944C-4E52-A80E-E09872F717DB}" type="presOf" srcId="{23FEAD15-0F63-4B21-9F8B-FDA36935B5CD}" destId="{6CD29BB8-3B0E-4719-9465-9D20EB33DA10}" srcOrd="0" destOrd="3" presId="urn:microsoft.com/office/officeart/2005/8/layout/default"/>
    <dgm:cxn modelId="{BB309555-7D17-42D4-BCCB-96653C3846FB}" srcId="{BB9C9798-ED29-47F8-A2A7-59368E362936}" destId="{006F3625-5F24-4EA5-B0C5-3CBC532DD78D}" srcOrd="1" destOrd="0" parTransId="{A66A6F3A-A274-461D-B687-CA3A8203C8C0}" sibTransId="{5073DB22-B590-4BA9-BA06-74E38D9D9B67}"/>
    <dgm:cxn modelId="{D044F685-3E01-497F-A0A5-95574ACE869B}" type="presOf" srcId="{8D1790B9-3A48-4E40-B3A8-B522A8E7EE58}" destId="{B399B8B4-5780-468E-A63E-FB9B470B4D8D}" srcOrd="0" destOrd="0" presId="urn:microsoft.com/office/officeart/2005/8/layout/default"/>
    <dgm:cxn modelId="{90821F8B-5CD2-40E2-95CD-02489AAEF049}" srcId="{BB9C9798-ED29-47F8-A2A7-59368E362936}" destId="{BDE0F873-927D-41B1-8134-546684AF7E9D}" srcOrd="0" destOrd="0" parTransId="{52BC5C73-E7B3-400A-BC00-979A9C86C3C8}" sibTransId="{9A61C972-43F3-4D6F-BEBA-C8913271EB7F}"/>
    <dgm:cxn modelId="{D379308D-D61A-4C84-840D-E2E531E26E07}" srcId="{BB9C9798-ED29-47F8-A2A7-59368E362936}" destId="{869FC87A-6946-4114-8287-C399E1BC7EEB}" srcOrd="2" destOrd="0" parTransId="{188233D9-F0BC-4360-A93C-442306A9042A}" sibTransId="{76650830-AA35-428D-B09B-652F0E0F9212}"/>
    <dgm:cxn modelId="{E748E08F-952C-4D09-9DEE-CABB56DD9083}" srcId="{BB9C9798-ED29-47F8-A2A7-59368E362936}" destId="{35378036-C045-4DF9-8615-2D171CF260FC}" srcOrd="7" destOrd="0" parTransId="{9764F283-2BAF-4630-A956-F36DF4CFE23E}" sibTransId="{A13C7BF4-0689-4971-A966-4DB04E0B9453}"/>
    <dgm:cxn modelId="{94F7FA8F-10F9-4D54-98D1-A20CBAC3A164}" srcId="{006F3625-5F24-4EA5-B0C5-3CBC532DD78D}" destId="{19BD5BD5-1F10-47C7-BD77-451914A650D0}" srcOrd="0" destOrd="0" parTransId="{CD259C3D-DFC9-444C-BC28-C670C1E16E21}" sibTransId="{AEF6BBA3-32EB-468B-8044-867EC5A6287E}"/>
    <dgm:cxn modelId="{08953691-7140-4184-9181-982F36A589F9}" srcId="{BB9C9798-ED29-47F8-A2A7-59368E362936}" destId="{C6FB9B11-4590-4C10-92DF-54CFA7CEFE62}" srcOrd="6" destOrd="0" parTransId="{0ED1C861-2CF5-4651-8D55-DF33506AD492}" sibTransId="{B6A11DE1-4600-4D0C-9645-E6D8E708A485}"/>
    <dgm:cxn modelId="{77DD4591-1735-4326-B53B-D130CCE5B6EA}" srcId="{BDE0F873-927D-41B1-8134-546684AF7E9D}" destId="{B78701B5-EC44-49C6-B2F9-30A632BE7C2E}" srcOrd="0" destOrd="0" parTransId="{A0147EDD-3AF5-4F19-9D9C-797163FF4520}" sibTransId="{21BBCE87-F29C-4FA0-B2D7-A3FEA63C2A7F}"/>
    <dgm:cxn modelId="{1D53969A-3325-4399-A818-0AE15E9A77E1}" type="presOf" srcId="{05254ED4-EA3C-4F29-BEC2-7BC51ECE0F07}" destId="{FA50124A-BD1E-477A-B06E-D13096AA885E}" srcOrd="0" destOrd="1" presId="urn:microsoft.com/office/officeart/2005/8/layout/default"/>
    <dgm:cxn modelId="{60698EA0-4C7C-43EB-83CA-4F1DC806135E}" srcId="{BB9C9798-ED29-47F8-A2A7-59368E362936}" destId="{C2948473-8B51-4B8A-9639-0E1975E1D0F0}" srcOrd="9" destOrd="0" parTransId="{C570D4C7-3976-4BB7-8D9B-CDF58D60CF11}" sibTransId="{D243D0C2-5F0E-4E8B-AB70-C14BBF6D6B2F}"/>
    <dgm:cxn modelId="{BAA9C4A2-5862-481E-B803-708172C4F748}" type="presOf" srcId="{8A2960E7-3FE3-4EFE-99FA-918A1532E845}" destId="{9B93FB46-5533-4DDF-97D4-50C988B7DE29}" srcOrd="0" destOrd="0" presId="urn:microsoft.com/office/officeart/2005/8/layout/default"/>
    <dgm:cxn modelId="{7987B4A4-4D3E-4429-8551-422C21C8B3F8}" srcId="{006F3625-5F24-4EA5-B0C5-3CBC532DD78D}" destId="{A1FFD759-8FC1-4B26-A9A9-56304D009708}" srcOrd="1" destOrd="0" parTransId="{F27BC48D-3EAA-4908-845C-A397C82A8424}" sibTransId="{68688C67-0683-44FF-BEB5-90BC4C2DF948}"/>
    <dgm:cxn modelId="{AD8AD3A4-5F69-4F44-BE93-F7CCDAAF7125}" type="presOf" srcId="{CB77173A-4514-41C6-A7A9-C37987E47B36}" destId="{E5386D98-FF6D-4993-86F6-ACF33062B1DC}" srcOrd="0" destOrd="0" presId="urn:microsoft.com/office/officeart/2005/8/layout/default"/>
    <dgm:cxn modelId="{CD9BB4A6-1201-432A-8390-DE7E080E29BA}" type="presOf" srcId="{BD07AFCC-4016-41EA-86FA-21BF9F53B65F}" destId="{E5386D98-FF6D-4993-86F6-ACF33062B1DC}" srcOrd="0" destOrd="1" presId="urn:microsoft.com/office/officeart/2005/8/layout/default"/>
    <dgm:cxn modelId="{10D2A7AF-EE1F-4161-A957-02AE823AA3C4}" srcId="{869FC87A-6946-4114-8287-C399E1BC7EEB}" destId="{22B89150-3D0F-4052-9976-B50F26FC7905}" srcOrd="0" destOrd="0" parTransId="{4EBA6C6D-C7B1-4DCB-ACD8-4AF2F60692F1}" sibTransId="{685524AF-BF73-4E12-B345-6AD6C51BAB7B}"/>
    <dgm:cxn modelId="{9CD8C3B0-E8E1-4504-86B0-DD49E4D700A5}" type="presOf" srcId="{C70641BF-97F9-4910-B3D0-716B342F871C}" destId="{F94DD8F5-82DB-4409-8D88-2852BAE30E11}" srcOrd="0" destOrd="1" presId="urn:microsoft.com/office/officeart/2005/8/layout/default"/>
    <dgm:cxn modelId="{BEFA0DB2-E392-4661-A384-49C3A647D651}" srcId="{CB77173A-4514-41C6-A7A9-C37987E47B36}" destId="{BD07AFCC-4016-41EA-86FA-21BF9F53B65F}" srcOrd="0" destOrd="0" parTransId="{890DC299-FB08-49DB-8824-56211099A7FC}" sibTransId="{7F5F8C18-E6D0-40B5-BE4B-E1AC8B3CA633}"/>
    <dgm:cxn modelId="{72FCE8C1-360D-4452-80E1-74C84B765714}" srcId="{BB9C9798-ED29-47F8-A2A7-59368E362936}" destId="{6F7296FA-21FB-49E8-BE2C-ADF6E5C52928}" srcOrd="5" destOrd="0" parTransId="{8355F82C-2630-4761-82E5-6416BCBB44DF}" sibTransId="{C89112CC-CB10-4482-BD2B-ADC7AC7B9DC3}"/>
    <dgm:cxn modelId="{E6B73BD2-3FC2-4279-8896-ECD8A32213A3}" type="presOf" srcId="{006F3625-5F24-4EA5-B0C5-3CBC532DD78D}" destId="{6CD29BB8-3B0E-4719-9465-9D20EB33DA10}" srcOrd="0" destOrd="0" presId="urn:microsoft.com/office/officeart/2005/8/layout/default"/>
    <dgm:cxn modelId="{6AC40CD5-14A0-4A58-857F-BF76BB22BDD0}" type="presOf" srcId="{C6FB9B11-4590-4C10-92DF-54CFA7CEFE62}" destId="{B1DC42D0-608F-44E7-AB0F-0909768A9FF9}" srcOrd="0" destOrd="0" presId="urn:microsoft.com/office/officeart/2005/8/layout/default"/>
    <dgm:cxn modelId="{F43868E4-A35A-471F-9795-44C3A4AE9A95}" srcId="{B5458622-5E47-4EE3-8D33-7023E111AFE5}" destId="{05254ED4-EA3C-4F29-BEC2-7BC51ECE0F07}" srcOrd="0" destOrd="0" parTransId="{B480EA9E-9A54-4BC4-AD78-82A93C626768}" sibTransId="{B82A81AC-B9A3-4F3B-AA82-BCB6BEFF4B45}"/>
    <dgm:cxn modelId="{CCB72CE6-ABB3-4DD6-BD60-2D8175AAAF0B}" srcId="{BB9C9798-ED29-47F8-A2A7-59368E362936}" destId="{CB77173A-4514-41C6-A7A9-C37987E47B36}" srcOrd="3" destOrd="0" parTransId="{7EB97785-5692-4D67-9353-1D2380D6BFD7}" sibTransId="{4056A382-D2BB-4CE0-960D-9AFCDD02A5A1}"/>
    <dgm:cxn modelId="{36089FED-679A-42FA-84F1-5CA8E10D1B67}" type="presOf" srcId="{C2948473-8B51-4B8A-9639-0E1975E1D0F0}" destId="{7A7E12CD-0160-46A6-87D9-85931BBC380C}" srcOrd="0" destOrd="0" presId="urn:microsoft.com/office/officeart/2005/8/layout/default"/>
    <dgm:cxn modelId="{6481C3F2-E272-4678-8437-FE39DD878B5A}" srcId="{BB9C9798-ED29-47F8-A2A7-59368E362936}" destId="{8A2960E7-3FE3-4EFE-99FA-918A1532E845}" srcOrd="8" destOrd="0" parTransId="{6FBE6F47-BCCD-4D6B-BE4A-2A58AB007B8C}" sibTransId="{C488ECE1-A989-4256-ADCF-F06BAF3E0009}"/>
    <dgm:cxn modelId="{57FA9D1B-5E23-49FE-A153-66AA02ECDBE3}" type="presParOf" srcId="{13076302-8CD2-40FA-BF06-77A018960DDC}" destId="{5AA6B1FD-26B6-47CD-87FD-4B7152548BA3}" srcOrd="0" destOrd="0" presId="urn:microsoft.com/office/officeart/2005/8/layout/default"/>
    <dgm:cxn modelId="{CE760E24-2485-49F3-8DF8-FDC8D624CB55}" type="presParOf" srcId="{13076302-8CD2-40FA-BF06-77A018960DDC}" destId="{0661312B-7F42-4A9A-9262-1B000421987A}" srcOrd="1" destOrd="0" presId="urn:microsoft.com/office/officeart/2005/8/layout/default"/>
    <dgm:cxn modelId="{D33603E4-FCF2-4DCC-AF30-37D56A636528}" type="presParOf" srcId="{13076302-8CD2-40FA-BF06-77A018960DDC}" destId="{6CD29BB8-3B0E-4719-9465-9D20EB33DA10}" srcOrd="2" destOrd="0" presId="urn:microsoft.com/office/officeart/2005/8/layout/default"/>
    <dgm:cxn modelId="{27435049-4122-4A55-BE22-EC29EE71CF93}" type="presParOf" srcId="{13076302-8CD2-40FA-BF06-77A018960DDC}" destId="{626D4B34-008F-470C-8968-8B08BCF71FF8}" srcOrd="3" destOrd="0" presId="urn:microsoft.com/office/officeart/2005/8/layout/default"/>
    <dgm:cxn modelId="{6A86688E-F0E3-49F4-8FFB-03D5A30F33EF}" type="presParOf" srcId="{13076302-8CD2-40FA-BF06-77A018960DDC}" destId="{FF84073E-6BFC-4D0A-A7AB-6233D304D1D9}" srcOrd="4" destOrd="0" presId="urn:microsoft.com/office/officeart/2005/8/layout/default"/>
    <dgm:cxn modelId="{5F24EA25-8ADC-4FA0-92E6-562B0F00A134}" type="presParOf" srcId="{13076302-8CD2-40FA-BF06-77A018960DDC}" destId="{290CAAF3-B019-48B5-9AA4-E6EFAF7D4322}" srcOrd="5" destOrd="0" presId="urn:microsoft.com/office/officeart/2005/8/layout/default"/>
    <dgm:cxn modelId="{DD40D019-AB74-4BDB-A7E8-64924B9B6AC5}" type="presParOf" srcId="{13076302-8CD2-40FA-BF06-77A018960DDC}" destId="{E5386D98-FF6D-4993-86F6-ACF33062B1DC}" srcOrd="6" destOrd="0" presId="urn:microsoft.com/office/officeart/2005/8/layout/default"/>
    <dgm:cxn modelId="{15B77C2F-6330-4B12-829B-C69AA1CFB51D}" type="presParOf" srcId="{13076302-8CD2-40FA-BF06-77A018960DDC}" destId="{29F4C6E9-755B-4DE9-BA53-4B8BFBE1A06E}" srcOrd="7" destOrd="0" presId="urn:microsoft.com/office/officeart/2005/8/layout/default"/>
    <dgm:cxn modelId="{B63A7ADE-13AB-4F5C-B019-5BE580825A52}" type="presParOf" srcId="{13076302-8CD2-40FA-BF06-77A018960DDC}" destId="{FA50124A-BD1E-477A-B06E-D13096AA885E}" srcOrd="8" destOrd="0" presId="urn:microsoft.com/office/officeart/2005/8/layout/default"/>
    <dgm:cxn modelId="{DBCD93A2-4F35-433A-94C7-7D701204E0BC}" type="presParOf" srcId="{13076302-8CD2-40FA-BF06-77A018960DDC}" destId="{BAEA69EE-F3BD-43C2-BE75-C0DE5059F2CD}" srcOrd="9" destOrd="0" presId="urn:microsoft.com/office/officeart/2005/8/layout/default"/>
    <dgm:cxn modelId="{6FE7D042-2EB6-45D0-BD3F-1F088DD84123}" type="presParOf" srcId="{13076302-8CD2-40FA-BF06-77A018960DDC}" destId="{47750C5F-B0BE-46E7-B328-5EBC065513C0}" srcOrd="10" destOrd="0" presId="urn:microsoft.com/office/officeart/2005/8/layout/default"/>
    <dgm:cxn modelId="{1D9519EA-D581-4114-AFEF-C336BF8BF87D}" type="presParOf" srcId="{13076302-8CD2-40FA-BF06-77A018960DDC}" destId="{531DE363-9456-4004-B940-0D9097EACE34}" srcOrd="11" destOrd="0" presId="urn:microsoft.com/office/officeart/2005/8/layout/default"/>
    <dgm:cxn modelId="{35333ECB-3C95-454F-B803-8D0CFA705517}" type="presParOf" srcId="{13076302-8CD2-40FA-BF06-77A018960DDC}" destId="{B1DC42D0-608F-44E7-AB0F-0909768A9FF9}" srcOrd="12" destOrd="0" presId="urn:microsoft.com/office/officeart/2005/8/layout/default"/>
    <dgm:cxn modelId="{74E75AA6-78F3-422C-9703-B69E4D5CE4B6}" type="presParOf" srcId="{13076302-8CD2-40FA-BF06-77A018960DDC}" destId="{9B99F424-7746-41C0-8157-66B1CC6F2247}" srcOrd="13" destOrd="0" presId="urn:microsoft.com/office/officeart/2005/8/layout/default"/>
    <dgm:cxn modelId="{75206910-7AE7-4F7A-8972-6C05FD13A67C}" type="presParOf" srcId="{13076302-8CD2-40FA-BF06-77A018960DDC}" destId="{9806B18F-5C9B-4B8F-B066-06310183477D}" srcOrd="14" destOrd="0" presId="urn:microsoft.com/office/officeart/2005/8/layout/default"/>
    <dgm:cxn modelId="{BE5BB606-E5A2-4BD9-B526-02A966547DF5}" type="presParOf" srcId="{13076302-8CD2-40FA-BF06-77A018960DDC}" destId="{F6DCF4F0-15A4-4655-B4E0-35F8D83D7245}" srcOrd="15" destOrd="0" presId="urn:microsoft.com/office/officeart/2005/8/layout/default"/>
    <dgm:cxn modelId="{7BBCACB5-3544-464B-BA13-78243D3910C0}" type="presParOf" srcId="{13076302-8CD2-40FA-BF06-77A018960DDC}" destId="{9B93FB46-5533-4DDF-97D4-50C988B7DE29}" srcOrd="16" destOrd="0" presId="urn:microsoft.com/office/officeart/2005/8/layout/default"/>
    <dgm:cxn modelId="{C69F0548-5146-40E0-85B5-443856089E03}" type="presParOf" srcId="{13076302-8CD2-40FA-BF06-77A018960DDC}" destId="{26E152C8-6F2D-4845-A850-C8CC50F8AC6D}" srcOrd="17" destOrd="0" presId="urn:microsoft.com/office/officeart/2005/8/layout/default"/>
    <dgm:cxn modelId="{D5C5C7D2-A259-40B2-9D6E-5090A1ABF31A}" type="presParOf" srcId="{13076302-8CD2-40FA-BF06-77A018960DDC}" destId="{7A7E12CD-0160-46A6-87D9-85931BBC380C}" srcOrd="18" destOrd="0" presId="urn:microsoft.com/office/officeart/2005/8/layout/default"/>
    <dgm:cxn modelId="{0C244560-407A-492A-93CC-5735EAF7A748}" type="presParOf" srcId="{13076302-8CD2-40FA-BF06-77A018960DDC}" destId="{971A4943-6288-46AA-8A80-9700D795A35C}" srcOrd="19" destOrd="0" presId="urn:microsoft.com/office/officeart/2005/8/layout/default"/>
    <dgm:cxn modelId="{1F596716-7323-4C8F-91C7-A7C4A6FBD1D8}" type="presParOf" srcId="{13076302-8CD2-40FA-BF06-77A018960DDC}" destId="{B399B8B4-5780-468E-A63E-FB9B470B4D8D}" srcOrd="20" destOrd="0" presId="urn:microsoft.com/office/officeart/2005/8/layout/default"/>
    <dgm:cxn modelId="{C731DB0D-CE60-48E4-8276-91BDC0ED588A}" type="presParOf" srcId="{13076302-8CD2-40FA-BF06-77A018960DDC}" destId="{BE8DF1D3-CAD7-40A1-9B42-BC8284DB6C18}" srcOrd="21" destOrd="0" presId="urn:microsoft.com/office/officeart/2005/8/layout/default"/>
    <dgm:cxn modelId="{B7326E9D-1E2F-4F63-88FD-3FECB66C29D2}" type="presParOf" srcId="{13076302-8CD2-40FA-BF06-77A018960DDC}" destId="{F94DD8F5-82DB-4409-8D88-2852BAE30E11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6B1FD-26B6-47CD-87FD-4B7152548BA3}">
      <dsp:nvSpPr>
        <dsp:cNvPr id="0" name=""/>
        <dsp:cNvSpPr/>
      </dsp:nvSpPr>
      <dsp:spPr>
        <a:xfrm>
          <a:off x="2310" y="342627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June 2025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Tech Stack &amp; Automation Tool Selection</a:t>
          </a:r>
        </a:p>
      </dsp:txBody>
      <dsp:txXfrm>
        <a:off x="2310" y="342627"/>
        <a:ext cx="1833041" cy="1099824"/>
      </dsp:txXfrm>
    </dsp:sp>
    <dsp:sp modelId="{6CD29BB8-3B0E-4719-9465-9D20EB33DA10}">
      <dsp:nvSpPr>
        <dsp:cNvPr id="0" name=""/>
        <dsp:cNvSpPr/>
      </dsp:nvSpPr>
      <dsp:spPr>
        <a:xfrm>
          <a:off x="2018656" y="342627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July 2025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Environment Setup: Install Node.js, VS Code and initialize project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Framework Structure: Create pages and Methods(POM).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Configuration: Setup playwright to support multiple browsers(Chrome, Firefox, Edge).</a:t>
          </a:r>
        </a:p>
      </dsp:txBody>
      <dsp:txXfrm>
        <a:off x="2018656" y="342627"/>
        <a:ext cx="1833041" cy="1099824"/>
      </dsp:txXfrm>
    </dsp:sp>
    <dsp:sp modelId="{FF84073E-6BFC-4D0A-A7AB-6233D304D1D9}">
      <dsp:nvSpPr>
        <dsp:cNvPr id="0" name=""/>
        <dsp:cNvSpPr/>
      </dsp:nvSpPr>
      <dsp:spPr>
        <a:xfrm>
          <a:off x="4035002" y="342627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Aug.–Sep. 2025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Automate E2E scenarios (Options Buy/Sell)</a:t>
          </a:r>
        </a:p>
      </dsp:txBody>
      <dsp:txXfrm>
        <a:off x="4035002" y="342627"/>
        <a:ext cx="1833041" cy="1099824"/>
      </dsp:txXfrm>
    </dsp:sp>
    <dsp:sp modelId="{E5386D98-FF6D-4993-86F6-ACF33062B1DC}">
      <dsp:nvSpPr>
        <dsp:cNvPr id="0" name=""/>
        <dsp:cNvSpPr/>
      </dsp:nvSpPr>
      <dsp:spPr>
        <a:xfrm>
          <a:off x="6051347" y="342627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Oct. 2025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CI/CD Integration with HyperExecute</a:t>
          </a:r>
        </a:p>
      </dsp:txBody>
      <dsp:txXfrm>
        <a:off x="6051347" y="342627"/>
        <a:ext cx="1833041" cy="1099824"/>
      </dsp:txXfrm>
    </dsp:sp>
    <dsp:sp modelId="{FA50124A-BD1E-477A-B06E-D13096AA885E}">
      <dsp:nvSpPr>
        <dsp:cNvPr id="0" name=""/>
        <dsp:cNvSpPr/>
      </dsp:nvSpPr>
      <dsp:spPr>
        <a:xfrm>
          <a:off x="2310" y="1625756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Nov–Dec. 2025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Automate Buy to Sell/ Sell to Buy Scenarios</a:t>
          </a:r>
          <a:endParaRPr lang="en-US" sz="800" kern="1200" dirty="0"/>
        </a:p>
      </dsp:txBody>
      <dsp:txXfrm>
        <a:off x="2310" y="1625756"/>
        <a:ext cx="1833041" cy="1099824"/>
      </dsp:txXfrm>
    </dsp:sp>
    <dsp:sp modelId="{47750C5F-B0BE-46E7-B328-5EBC065513C0}">
      <dsp:nvSpPr>
        <dsp:cNvPr id="0" name=""/>
        <dsp:cNvSpPr/>
      </dsp:nvSpPr>
      <dsp:spPr>
        <a:xfrm>
          <a:off x="2018656" y="1625756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Jan 2026</a:t>
          </a:r>
        </a:p>
      </dsp:txBody>
      <dsp:txXfrm>
        <a:off x="2018656" y="1625756"/>
        <a:ext cx="1833041" cy="1099824"/>
      </dsp:txXfrm>
    </dsp:sp>
    <dsp:sp modelId="{B1DC42D0-608F-44E7-AB0F-0909768A9FF9}">
      <dsp:nvSpPr>
        <dsp:cNvPr id="0" name=""/>
        <dsp:cNvSpPr/>
      </dsp:nvSpPr>
      <dsp:spPr>
        <a:xfrm>
          <a:off x="4035002" y="1625756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Feb 2026</a:t>
          </a:r>
        </a:p>
      </dsp:txBody>
      <dsp:txXfrm>
        <a:off x="4035002" y="1625756"/>
        <a:ext cx="1833041" cy="1099824"/>
      </dsp:txXfrm>
    </dsp:sp>
    <dsp:sp modelId="{9806B18F-5C9B-4B8F-B066-06310183477D}">
      <dsp:nvSpPr>
        <dsp:cNvPr id="0" name=""/>
        <dsp:cNvSpPr/>
      </dsp:nvSpPr>
      <dsp:spPr>
        <a:xfrm>
          <a:off x="6051347" y="1625756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March 2026</a:t>
          </a:r>
        </a:p>
      </dsp:txBody>
      <dsp:txXfrm>
        <a:off x="6051347" y="1625756"/>
        <a:ext cx="1833041" cy="1099824"/>
      </dsp:txXfrm>
    </dsp:sp>
    <dsp:sp modelId="{9B93FB46-5533-4DDF-97D4-50C988B7DE29}">
      <dsp:nvSpPr>
        <dsp:cNvPr id="0" name=""/>
        <dsp:cNvSpPr/>
      </dsp:nvSpPr>
      <dsp:spPr>
        <a:xfrm>
          <a:off x="2310" y="2908885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April 2026</a:t>
          </a:r>
          <a:endParaRPr lang="en-US" sz="1000" kern="1200" dirty="0"/>
        </a:p>
      </dsp:txBody>
      <dsp:txXfrm>
        <a:off x="2310" y="2908885"/>
        <a:ext cx="1833041" cy="1099824"/>
      </dsp:txXfrm>
    </dsp:sp>
    <dsp:sp modelId="{7A7E12CD-0160-46A6-87D9-85931BBC380C}">
      <dsp:nvSpPr>
        <dsp:cNvPr id="0" name=""/>
        <dsp:cNvSpPr/>
      </dsp:nvSpPr>
      <dsp:spPr>
        <a:xfrm>
          <a:off x="2018656" y="2908885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May 2026</a:t>
          </a:r>
          <a:endParaRPr lang="en-US" sz="1000" kern="1200" dirty="0"/>
        </a:p>
      </dsp:txBody>
      <dsp:txXfrm>
        <a:off x="2018656" y="2908885"/>
        <a:ext cx="1833041" cy="1099824"/>
      </dsp:txXfrm>
    </dsp:sp>
    <dsp:sp modelId="{B399B8B4-5780-468E-A63E-FB9B470B4D8D}">
      <dsp:nvSpPr>
        <dsp:cNvPr id="0" name=""/>
        <dsp:cNvSpPr/>
      </dsp:nvSpPr>
      <dsp:spPr>
        <a:xfrm>
          <a:off x="4035002" y="2908885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June 2026</a:t>
          </a:r>
          <a:endParaRPr lang="en-US" sz="1000" kern="1200" dirty="0"/>
        </a:p>
      </dsp:txBody>
      <dsp:txXfrm>
        <a:off x="4035002" y="2908885"/>
        <a:ext cx="1833041" cy="1099824"/>
      </dsp:txXfrm>
    </dsp:sp>
    <dsp:sp modelId="{F94DD8F5-82DB-4409-8D88-2852BAE30E11}">
      <dsp:nvSpPr>
        <dsp:cNvPr id="0" name=""/>
        <dsp:cNvSpPr/>
      </dsp:nvSpPr>
      <dsp:spPr>
        <a:xfrm>
          <a:off x="6051347" y="2908885"/>
          <a:ext cx="1833041" cy="1099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July 2026</a:t>
          </a:r>
          <a:endParaRPr lang="en-US" sz="10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Automate and Add test cases to Regression/Smoke suite</a:t>
          </a:r>
        </a:p>
      </dsp:txBody>
      <dsp:txXfrm>
        <a:off x="6051347" y="2908885"/>
        <a:ext cx="1833041" cy="1099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Timeline &amp; Milestones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121A71F-B187-56CE-158C-AF5E96F0B2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687791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112</Words>
  <Application>Microsoft Office PowerPoint</Application>
  <PresentationFormat>On-screen Show 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Timeline &amp; Milestones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Charan Kumar, P</dc:creator>
  <cp:keywords/>
  <dc:description>generated using python-pptx</dc:description>
  <cp:lastModifiedBy>Charan Kumar, P</cp:lastModifiedBy>
  <cp:revision>3</cp:revision>
  <dcterms:created xsi:type="dcterms:W3CDTF">2013-01-27T09:14:16Z</dcterms:created>
  <dcterms:modified xsi:type="dcterms:W3CDTF">2025-11-17T18:55:56Z</dcterms:modified>
  <cp:category/>
</cp:coreProperties>
</file>