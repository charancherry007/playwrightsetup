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1" r:id="rId5"/>
    <p:sldId id="25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ywright Automation Roadmap (June 2025 - June 2026)" id="{7B6561B9-2610-41F5-A1D2-DE59C0695FBC}">
          <p14:sldIdLst>
            <p14:sldId id="2561"/>
          </p14:sldIdLst>
        </p14:section>
        <p14:section name="Playwright Automation Roadmap" id="{B050E89F-301D-4621-B173-C99E60A006CF}">
          <p14:sldIdLst>
            <p14:sldId id="25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5D355-EE41-457C-A74E-8C9819D9E0D0}" v="6" dt="2025-11-17T12:03:32.858"/>
    <p1510:client id="{EF9D85FA-5B88-C441-D878-76E0B91FE65F}" v="1" dt="2025-11-17T12:26:1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Kumar, P" userId="S::p.charan-kumar@capgemini.com::bb777ccc-3f3d-4fb3-9adc-7f7f855b5a39" providerId="AD" clId="Web-{EF9D85FA-5B88-C441-D878-76E0B91FE65F}"/>
    <pc:docChg chg="delSld modSection">
      <pc:chgData name="Charan Kumar, P" userId="S::p.charan-kumar@capgemini.com::bb777ccc-3f3d-4fb3-9adc-7f7f855b5a39" providerId="AD" clId="Web-{EF9D85FA-5B88-C441-D878-76E0B91FE65F}" dt="2025-11-17T12:26:16.211" v="0"/>
      <pc:docMkLst>
        <pc:docMk/>
      </pc:docMkLst>
      <pc:sldChg chg="del">
        <pc:chgData name="Charan Kumar, P" userId="S::p.charan-kumar@capgemini.com::bb777ccc-3f3d-4fb3-9adc-7f7f855b5a39" providerId="AD" clId="Web-{EF9D85FA-5B88-C441-D878-76E0B91FE65F}" dt="2025-11-17T12:26:16.211" v="0"/>
        <pc:sldMkLst>
          <pc:docMk/>
          <pc:sldMk cId="2760682795" sldId="2563"/>
        </pc:sldMkLst>
      </pc:sldChg>
    </pc:docChg>
  </pc:docChgLst>
  <pc:docChgLst>
    <pc:chgData clId="Web-{41D5D355-EE41-457C-A74E-8C9819D9E0D0}"/>
    <pc:docChg chg="addSld delSld modSld addSection">
      <pc:chgData name="" userId="" providerId="" clId="Web-{41D5D355-EE41-457C-A74E-8C9819D9E0D0}" dt="2025-11-17T12:03:32.858" v="6" actId="34807"/>
      <pc:docMkLst>
        <pc:docMk/>
      </pc:docMkLst>
      <pc:sldChg chg="del">
        <pc:chgData name="" userId="" providerId="" clId="Web-{41D5D355-EE41-457C-A74E-8C9819D9E0D0}" dt="2025-11-17T12:03:32.842" v="0" actId="34807"/>
        <pc:sldMkLst>
          <pc:docMk/>
          <pc:sldMk cId="1716342858" sldId="256"/>
        </pc:sldMkLst>
      </pc:sldChg>
      <pc:sldChg chg="modSp add mod modClrScheme addAnim chgLayout">
        <pc:chgData name="" userId="" providerId="" clId="Web-{41D5D355-EE41-457C-A74E-8C9819D9E0D0}" dt="2025-11-17T12:03:32.858" v="4" actId="34807"/>
        <pc:sldMkLst>
          <pc:docMk/>
          <pc:sldMk cId="4005031523" sldId="2561"/>
        </pc:sldMkLst>
        <pc:spChg chg="mod">
          <ac:chgData name="" userId="" providerId="" clId="Web-{41D5D355-EE41-457C-A74E-8C9819D9E0D0}" dt="2025-11-17T12:03:32.858" v="1" actId="34807"/>
          <ac:spMkLst>
            <pc:docMk/>
            <pc:sldMk cId="4005031523" sldId="2561"/>
            <ac:spMk id="2" creationId="{4EE00650-9BE3-51DB-020C-2111E13F80A4}"/>
          </ac:spMkLst>
        </pc:spChg>
        <pc:spChg chg="mod">
          <ac:chgData name="" userId="" providerId="" clId="Web-{41D5D355-EE41-457C-A74E-8C9819D9E0D0}" dt="2025-11-17T12:03:32.858" v="1" actId="34807"/>
          <ac:spMkLst>
            <pc:docMk/>
            <pc:sldMk cId="4005031523" sldId="2561"/>
            <ac:spMk id="3" creationId="{A18AFB68-1322-C05A-26B6-9CB842D1529B}"/>
          </ac:spMkLst>
        </pc:spChg>
      </pc:sldChg>
      <pc:sldChg chg="modSp add mod modTransition addAnim chgLayout">
        <pc:chgData name="" userId="" providerId="" clId="Web-{41D5D355-EE41-457C-A74E-8C9819D9E0D0}" dt="2025-11-17T12:03:32.858" v="5" actId="34807"/>
        <pc:sldMkLst>
          <pc:docMk/>
          <pc:sldMk cId="3754571656" sldId="2562"/>
        </pc:sldMkLst>
        <pc:spChg chg="mod">
          <ac:chgData name="" userId="" providerId="" clId="Web-{41D5D355-EE41-457C-A74E-8C9819D9E0D0}" dt="2025-11-17T12:03:32.858" v="1" actId="34807"/>
          <ac:spMkLst>
            <pc:docMk/>
            <pc:sldMk cId="3754571656" sldId="2562"/>
            <ac:spMk id="2" creationId="{4212C125-93C4-756B-8378-A0E047E33692}"/>
          </ac:spMkLst>
        </pc:spChg>
      </pc:sldChg>
      <pc:sldChg chg="modSp add mod modTransition modClrScheme addAnim chgLayout">
        <pc:chgData name="" userId="" providerId="" clId="Web-{41D5D355-EE41-457C-A74E-8C9819D9E0D0}" dt="2025-11-17T12:03:32.858" v="6" actId="34807"/>
        <pc:sldMkLst>
          <pc:docMk/>
          <pc:sldMk cId="2760682795" sldId="2563"/>
        </pc:sldMkLst>
        <pc:spChg chg="mod">
          <ac:chgData name="" userId="" providerId="" clId="Web-{41D5D355-EE41-457C-A74E-8C9819D9E0D0}" dt="2025-11-17T12:03:32.858" v="1" actId="34807"/>
          <ac:spMkLst>
            <pc:docMk/>
            <pc:sldMk cId="2760682795" sldId="2563"/>
            <ac:spMk id="2" creationId="{C63C24F4-8E08-0EB4-BE7C-176244D6FAC9}"/>
          </ac:spMkLst>
        </pc:spChg>
        <pc:spChg chg="mod">
          <ac:chgData name="" userId="" providerId="" clId="Web-{41D5D355-EE41-457C-A74E-8C9819D9E0D0}" dt="2025-11-17T12:03:32.858" v="1" actId="34807"/>
          <ac:spMkLst>
            <pc:docMk/>
            <pc:sldMk cId="2760682795" sldId="2563"/>
            <ac:spMk id="3" creationId="{525D6D9F-2E50-B8F9-11C0-B5605C1CF3B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925B8-F18C-46B2-B96F-C588EAC251A2}" type="datetimeFigureOut"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874CB-9CC5-4927-8429-5FA4415EFC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0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AI-generated content may be incorrect.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29D79-5AA7-4BE5-A5D6-350C92BE5F4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61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Timeline and Key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29D79-5AA7-4BE5-A5D6-350C92BE5F4B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7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0650-9BE3-51DB-020C-2111E13F8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/>
          <a:p>
            <a:r>
              <a:rPr lang="en-US" sz="4200"/>
              <a:t>Playwright Automation Roadmap (June 2025 - June 2026)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AFB68-1322-C05A-26B6-9CB842D15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/>
          <a:p>
            <a:r>
              <a:rPr lang="en-US"/>
              <a:t>Strategic plan for enhancing test automation capabilities</a:t>
            </a:r>
          </a:p>
        </p:txBody>
      </p:sp>
    </p:spTree>
    <p:extLst>
      <p:ext uri="{BB962C8B-B14F-4D97-AF65-F5344CB8AC3E}">
        <p14:creationId xmlns:p14="http://schemas.microsoft.com/office/powerpoint/2010/main" val="400503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C125-93C4-756B-8378-A0E047E3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/>
          <a:p>
            <a:r>
              <a:rPr lang="en-US"/>
              <a:t>Playwright Automation Roadmap</a:t>
            </a:r>
          </a:p>
        </p:txBody>
      </p:sp>
    </p:spTree>
    <p:extLst>
      <p:ext uri="{BB962C8B-B14F-4D97-AF65-F5344CB8AC3E}">
        <p14:creationId xmlns:p14="http://schemas.microsoft.com/office/powerpoint/2010/main" val="37545716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9E0C342-8465-4BC7-8BC2-109769D15545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A8AE46-CCEC-4D32-B819-DE8E9574F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9BDB02-468F-47C2-99BC-A44747A5A2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Oasis</Template>
  <Application>Microsoft Office PowerPoint</Application>
  <PresentationFormat>Widescreen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Oasis</vt:lpstr>
      <vt:lpstr>Playwright Automation Roadmap (June 2025 - June 2026)</vt:lpstr>
      <vt:lpstr>Playwright Automation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2</cp:revision>
  <dcterms:created xsi:type="dcterms:W3CDTF">2025-08-21T23:18:14Z</dcterms:created>
  <dcterms:modified xsi:type="dcterms:W3CDTF">2025-11-17T12:26:19Z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